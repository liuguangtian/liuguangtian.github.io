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"/>
  </p:notesMasterIdLst>
  <p:sldIdLst>
    <p:sldId id="269" r:id="rId2"/>
    <p:sldId id="270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3E64"/>
    <a:srgbClr val="FFFFFF"/>
    <a:srgbClr val="E8E8E8"/>
    <a:srgbClr val="173F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2090" autoAdjust="0"/>
  </p:normalViewPr>
  <p:slideViewPr>
    <p:cSldViewPr snapToGrid="0">
      <p:cViewPr varScale="1">
        <p:scale>
          <a:sx n="41" d="100"/>
          <a:sy n="41" d="100"/>
        </p:scale>
        <p:origin x="75" y="8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17D0B2-462E-4B72-BAEC-A5D99A1DE591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37A1E4-B503-4197-BF28-554B36E2F4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925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/>
              <a:t>Hello,everyone</a:t>
            </a:r>
            <a:r>
              <a:rPr lang="en-US" altLang="zh-CN" dirty="0"/>
              <a:t>. We are group2, and we focus on dexterous right hand. So our project is about </a:t>
            </a:r>
            <a:r>
              <a:rPr lang="en-US" altLang="zh-CN" sz="1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Eras Demi ITC" panose="020B0805030504020804" pitchFamily="34" charset="0"/>
                <a:ea typeface="阿里巴巴普惠体 2.0 95 ExtraBold" panose="00020600040101010101" pitchFamily="18" charset="-122"/>
              </a:rPr>
              <a:t>Development and Validation of a Dexterous Hand System which designed by the robot studio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37A1E4-B503-4197-BF28-554B36E2F43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498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37A1E4-B503-4197-BF28-554B36E2F43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1588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FD908D-8F0B-E5EB-BE33-FC96E0EA4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310B83E-FCCE-DF55-F2DA-9875CC3AC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A36AB4-DD73-C516-B32F-5EC4167AD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29B04-D4FC-4F2F-B905-D2D63592B3C5}" type="datetime1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392224-EB33-5CD2-B7B9-BC9A6FC64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94D77D-D2A5-FCE2-510E-0BA5728B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579E-E4E5-4A9F-9BB8-B4A9B8D6FE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585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A1333B-07B7-BE0F-66CA-0E4D24785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59AD57-BFE7-D362-4561-014B6E247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FEF261-9111-DC4C-AC49-C78FA7C83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44A4C-F64F-47AA-9319-52B701710606}" type="datetime1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18E937-8D58-9082-C7D8-8F2DCADE7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ABA0F2-516A-9327-5088-AD486C46B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579E-E4E5-4A9F-9BB8-B4A9B8D6FE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209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0157AD-DEC5-F478-5F43-8CCB00229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DE791F-2766-A4BC-F503-736B078DA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C3A2EB-4CFD-C9E4-CF1D-625CFE013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DF08C-67CB-4A7C-919F-BD9126CEC090}" type="datetime1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5D07CA-8BF3-2B2B-5F4B-8A62ACE05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07E0AD-281D-EF39-E44E-754FD2B80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579E-E4E5-4A9F-9BB8-B4A9B8D6FE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566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563070-7627-DD42-2029-1B82BE445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22F3EE-9F6F-47CA-A584-BBEE2769D2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031646-B849-70F0-3B03-705B769AC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B17CA8-AEA4-B135-32F7-8BC1D97A8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20A3-3DBD-47A4-89F9-BCC2F384AE27}" type="datetime1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43C148-F953-FABD-0B90-BC37B55D7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888A04-0A41-1ECF-D827-D32E9E5C8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579E-E4E5-4A9F-9BB8-B4A9B8D6FE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934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2B5074-A1EA-FE7F-9EA1-575574C36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EE5B7B-C2C1-BBAD-044A-368C4403A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F2F3195-CB61-D7F3-D6B9-4CF9C682E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15E9A43-2B0A-92C7-7E1B-16EB8A6BB8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240C796-38FA-B800-245A-D67CEF668A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2510E42-C10A-3CF8-8330-02513C36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4A7B2-537D-4011-BD8C-DDA8888ABD44}" type="datetime1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8A61166-2613-B995-532B-24EE2AC2D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5EEA79C-DA17-8819-63AB-52479145D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579E-E4E5-4A9F-9BB8-B4A9B8D6FE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071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B2FBCF-3493-EECD-B12E-7AEED3FA4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81DE83-27FD-407B-CB16-A4B0DAF12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44200-B68F-4BC5-B449-611F39A1FF0A}" type="datetime1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AB829B4-76B1-9FF0-DB92-94BFC98CE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963A98C-A715-A6DD-F6BF-9B36ACDFC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579E-E4E5-4A9F-9BB8-B4A9B8D6FE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977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F4B881-3918-3299-3879-EC894E1B4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2667-EDE2-42A2-92DE-14721ABB6FC7}" type="datetime1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80D81E-AB1D-75F5-2F3E-E869FA0D0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1B769A-08B6-9C22-83A8-C45C43E0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579E-E4E5-4A9F-9BB8-B4A9B8D6FE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296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8653D6-4674-84BE-B55F-6D5CCAFF9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8C1359-D7E6-B76A-A297-828C98939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5DEA7C-8F99-5B8D-4CE6-805459385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DBA988-66DC-DF60-A6A9-1A0743763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A3BB7-2A5B-4BE2-8668-3D3E50D4C04B}" type="datetime1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FC80C5-9ABF-2BC2-29E2-13A2E2799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CF67B1-FF07-C7C7-D3AC-01A175402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579E-E4E5-4A9F-9BB8-B4A9B8D6FE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655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49CE22-1963-C42C-4BD1-ADB6C057B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28EA0EA-FB05-DE73-6B6B-8CDB8AFBB4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1747F2-C03E-AF9B-2E9B-3E36D0132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1662AE-C272-A534-95C3-C1EB2256D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4D1EC-093D-466E-ACC1-0714C1B67D68}" type="datetime1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18D2FC-EBA3-BD9B-E03F-DDC87F85B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634F86-E9BB-7F16-B9F0-FE575ED42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579E-E4E5-4A9F-9BB8-B4A9B8D6FE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899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512922-F55B-08CF-24F0-8FD0168A5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30BEED-18F3-3BBF-C058-8DFD24883D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EB596B-1B5C-4167-F7DA-2F1D74856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AC60-FB05-437F-8D6B-6AFE7CA934E9}" type="datetime1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B12D5B-C09A-F4C4-8670-676870F04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0219E7-F6A4-1A92-1571-A6C8EF816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579E-E4E5-4A9F-9BB8-B4A9B8D6FE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467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F07FC6E-9A01-B755-933A-38D046C484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9E94BA-4D56-9B3E-27A8-A25DC57CD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937BE4-920F-11DE-AAC0-E5A9B57CE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1079F-6D57-4FDE-A263-705D9CCD8E12}" type="datetime1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991CC8-6F63-922B-95B2-65CAFCC57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732EA9-51B9-4D2C-1D4A-97B6260B7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2579E-E4E5-4A9F-9BB8-B4A9B8D6FE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561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2BA8862-D853-29C5-7F77-3CC944C91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DE0BB4-69C2-0D70-C6B8-CC9824F44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F5F82C-101F-6F84-101E-54047665F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488843-3CE1-48ED-87B4-9AEC8635EBF1}" type="datetime1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A3D2A0-0B40-36F2-D1B2-552BB6533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0C8E40-3CC9-25B2-8DE5-45543B006A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02579E-E4E5-4A9F-9BB8-B4A9B8D6FE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149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9B4DD59-BD5A-B827-13ED-04FBEDD149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C4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8055" y="1894778"/>
            <a:ext cx="11373472" cy="192052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defRPr/>
            </a:pPr>
            <a:r>
              <a:rPr lang="en-US" sz="6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Eras Demi ITC" panose="020B0805030504020804" pitchFamily="34" charset="0"/>
                <a:ea typeface="阿里巴巴普惠体 2.0 95 ExtraBold" panose="00020600040101010101" pitchFamily="18" charset="-122"/>
              </a:rPr>
              <a:t>Development and Validation of a Dexterous Hand System</a:t>
            </a:r>
            <a:endParaRPr sz="6000" b="1" dirty="0">
              <a:solidFill>
                <a:schemeClr val="accent4">
                  <a:lumMod val="60000"/>
                  <a:lumOff val="40000"/>
                </a:schemeClr>
              </a:solidFill>
              <a:latin typeface="Eras Demi ITC" panose="020B0805030504020804" pitchFamily="34" charset="0"/>
              <a:ea typeface="阿里巴巴普惠体 2.0 95 ExtraBold" panose="00020600040101010101" pitchFamily="18" charset="-122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8DC393A-8132-20BE-68B9-BE3E8DE3D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74308"/>
            <a:ext cx="2743200" cy="365125"/>
          </a:xfrm>
        </p:spPr>
        <p:txBody>
          <a:bodyPr/>
          <a:lstStyle/>
          <a:p>
            <a:fld id="{B902579E-E4E5-4A9F-9BB8-B4A9B8D6FEA4}" type="slidenum">
              <a:rPr lang="zh-CN" altLang="en-US" smtClean="0"/>
              <a:t>1</a:t>
            </a:fld>
            <a:endParaRPr lang="zh-CN" altLang="en-US" dirty="0"/>
          </a:p>
        </p:txBody>
      </p:sp>
      <p:pic>
        <p:nvPicPr>
          <p:cNvPr id="1028" name="Picture 4" descr="院长寄语 | 香港中文大学(深圳)金融EMBA">
            <a:extLst>
              <a:ext uri="{FF2B5EF4-FFF2-40B4-BE49-F238E27FC236}">
                <a16:creationId xmlns:a16="http://schemas.microsoft.com/office/drawing/2014/main" id="{19E4CC00-B42F-6E7C-EA2B-CBB3D3C3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4576" y="-62498"/>
            <a:ext cx="4155247" cy="83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C9E682DC-5797-1324-2B14-E979A9339D74}"/>
              </a:ext>
            </a:extLst>
          </p:cNvPr>
          <p:cNvGrpSpPr/>
          <p:nvPr/>
        </p:nvGrpSpPr>
        <p:grpSpPr>
          <a:xfrm>
            <a:off x="2314330" y="1514108"/>
            <a:ext cx="7556172" cy="400110"/>
            <a:chOff x="2043212" y="1514003"/>
            <a:chExt cx="7556172" cy="400110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6FE3FD2-CB17-1C4B-37A4-0EC394BD928B}"/>
                </a:ext>
              </a:extLst>
            </p:cNvPr>
            <p:cNvSpPr txBox="1"/>
            <p:nvPr/>
          </p:nvSpPr>
          <p:spPr>
            <a:xfrm>
              <a:off x="2442224" y="1514003"/>
              <a:ext cx="68052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阿里巴巴普惠体 2.0 55 Regular" panose="00020600040101010101" pitchFamily="18" charset="-122"/>
                  <a:cs typeface="Times New Roman" panose="02020603050405020304" pitchFamily="18" charset="0"/>
                </a:rPr>
                <a:t>Proposal Presentation</a:t>
              </a:r>
              <a:endPara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阿里巴巴普惠体 2.0 55 Regular" panose="00020600040101010101" pitchFamily="18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C1F14671-D448-6E07-2EAF-180D54BA3A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43212" y="1690062"/>
              <a:ext cx="2552292" cy="507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A3F9D318-5292-A5BB-D893-E0234B9B9B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47092" y="1690062"/>
              <a:ext cx="2552292" cy="5078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A6FB110F-EA38-0715-5BAF-A6F4270AF0CE}"/>
              </a:ext>
            </a:extLst>
          </p:cNvPr>
          <p:cNvSpPr txBox="1"/>
          <p:nvPr/>
        </p:nvSpPr>
        <p:spPr>
          <a:xfrm>
            <a:off x="1994039" y="4568141"/>
            <a:ext cx="8561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Eras Demi ITC" panose="020B0805030504020804" pitchFamily="34" charset="0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Team Members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Eras Demi ITC" panose="020B0805030504020804" pitchFamily="34" charset="0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: </a:t>
            </a:r>
            <a:r>
              <a:rPr lang="en-US" altLang="zh-CN" b="1" dirty="0">
                <a:solidFill>
                  <a:prstClr val="white"/>
                </a:solidFill>
                <a:latin typeface="Eras Demi ITC" panose="020B0805030504020804" pitchFamily="34" charset="0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Jincheng Tian, </a:t>
            </a:r>
            <a:r>
              <a:rPr lang="en-US" altLang="zh-CN" b="1" dirty="0" err="1">
                <a:solidFill>
                  <a:prstClr val="white"/>
                </a:solidFill>
                <a:latin typeface="Eras Demi ITC" panose="020B0805030504020804" pitchFamily="34" charset="0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GuangTian</a:t>
            </a:r>
            <a:r>
              <a:rPr lang="en-US" altLang="zh-CN" b="1" dirty="0">
                <a:solidFill>
                  <a:prstClr val="white"/>
                </a:solidFill>
                <a:latin typeface="Eras Demi ITC" panose="020B0805030504020804" pitchFamily="34" charset="0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Liu, </a:t>
            </a:r>
            <a:r>
              <a:rPr lang="en-US" altLang="zh-CN" b="1" dirty="0" err="1">
                <a:solidFill>
                  <a:prstClr val="white"/>
                </a:solidFill>
                <a:latin typeface="Eras Demi ITC" panose="020B0805030504020804" pitchFamily="34" charset="0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ZhongHao</a:t>
            </a:r>
            <a:r>
              <a:rPr lang="en-US" altLang="zh-CN" b="1" dirty="0">
                <a:solidFill>
                  <a:prstClr val="white"/>
                </a:solidFill>
                <a:latin typeface="Eras Demi ITC" panose="020B0805030504020804" pitchFamily="34" charset="0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Zhao</a:t>
            </a:r>
            <a:endParaRPr lang="en-US" altLang="zh-CN" sz="1800" dirty="0">
              <a:solidFill>
                <a:prstClr val="white"/>
              </a:solidFill>
              <a:latin typeface="Eras Demi ITC" panose="020B0805030504020804" pitchFamily="34" charset="0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CA729F3-96E6-0B28-1244-0743874B19D1}"/>
              </a:ext>
            </a:extLst>
          </p:cNvPr>
          <p:cNvSpPr txBox="1"/>
          <p:nvPr/>
        </p:nvSpPr>
        <p:spPr>
          <a:xfrm>
            <a:off x="2838334" y="6328433"/>
            <a:ext cx="6111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2026/3/11</a:t>
            </a:r>
            <a:endParaRPr kumimoji="0" lang="zh-CN" altLang="en-US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阿里巴巴普惠体 2.0 55 Regular" panose="00020600040101010101" pitchFamily="18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6AD25A8-4FA7-4C2B-8453-A9569C9B7470}"/>
              </a:ext>
            </a:extLst>
          </p:cNvPr>
          <p:cNvSpPr txBox="1"/>
          <p:nvPr/>
        </p:nvSpPr>
        <p:spPr>
          <a:xfrm>
            <a:off x="1701194" y="3722449"/>
            <a:ext cx="8789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3200" dirty="0">
                <a:solidFill>
                  <a:prstClr val="white"/>
                </a:solidFill>
                <a:latin typeface="阿里巴巴普惠体 2.0 75 SemiBold" panose="00020600040101010101" pitchFamily="18" charset="-122"/>
                <a:ea typeface="阿里巴巴普惠体 2.0 75 SemiBold" panose="00020600040101010101" pitchFamily="18" charset="-122"/>
                <a:cs typeface="阿里巴巴普惠体 2.0 75 SemiBold" panose="00020600040101010101" pitchFamily="18" charset="-122"/>
              </a:rPr>
              <a:t>···</a:t>
            </a:r>
            <a:r>
              <a:rPr lang="en-US" altLang="zh-CN" sz="2800" dirty="0">
                <a:solidFill>
                  <a:prstClr val="white"/>
                </a:solidFill>
                <a:latin typeface="阿里巴巴普惠体 2.0 75 SemiBold" panose="00020600040101010101" pitchFamily="18" charset="-122"/>
                <a:ea typeface="阿里巴巴普惠体 2.0 75 SemiBold" panose="00020600040101010101" pitchFamily="18" charset="-122"/>
                <a:cs typeface="阿里巴巴普惠体 2.0 75 SemiBold" panose="00020600040101010101" pitchFamily="18" charset="-122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阿里巴巴普惠体 2.0 55 Regular" panose="00020600040101010101" pitchFamily="18" charset="-122"/>
                <a:cs typeface="Times New Roman" panose="02020603050405020304" pitchFamily="18" charset="0"/>
              </a:rPr>
              <a:t>Dexhand Designed by The Robot Studio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阿里巴巴普惠体 2.0 75 SemiBold" panose="00020600040101010101" pitchFamily="18" charset="-122"/>
                <a:ea typeface="阿里巴巴普惠体 2.0 75 SemiBold" panose="00020600040101010101" pitchFamily="18" charset="-122"/>
                <a:cs typeface="阿里巴巴普惠体 2.0 75 SemiBold" panose="00020600040101010101" pitchFamily="18" charset="-122"/>
              </a:rPr>
              <a:t>···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2.0 75 SemiBold" panose="00020600040101010101" pitchFamily="18" charset="-122"/>
              <a:ea typeface="阿里巴巴普惠体 2.0 75 SemiBold" panose="00020600040101010101" pitchFamily="18" charset="-122"/>
              <a:cs typeface="阿里巴巴普惠体 2.0 75 SemiBold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B909088A-FEAB-25A2-B9C8-0E395815A8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512" y="663743"/>
            <a:ext cx="4038488" cy="6057732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76C0926-386B-6249-BA05-0B90D204EA72}"/>
              </a:ext>
            </a:extLst>
          </p:cNvPr>
          <p:cNvSpPr/>
          <p:nvPr/>
        </p:nvSpPr>
        <p:spPr>
          <a:xfrm>
            <a:off x="857" y="0"/>
            <a:ext cx="12192000" cy="6858000"/>
          </a:xfrm>
          <a:prstGeom prst="rect">
            <a:avLst/>
          </a:prstGeom>
          <a:solidFill>
            <a:srgbClr val="0F1C4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456C875-0639-E55F-5F62-8D9D11E93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7943" y="6487186"/>
            <a:ext cx="2743200" cy="365125"/>
          </a:xfrm>
        </p:spPr>
        <p:txBody>
          <a:bodyPr/>
          <a:lstStyle/>
          <a:p>
            <a:fld id="{B902579E-E4E5-4A9F-9BB8-B4A9B8D6FEA4}" type="slidenum"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4" descr="院长寄语 | 香港中文大学(深圳)金融EMBA">
            <a:extLst>
              <a:ext uri="{FF2B5EF4-FFF2-40B4-BE49-F238E27FC236}">
                <a16:creationId xmlns:a16="http://schemas.microsoft.com/office/drawing/2014/main" id="{FF92A82D-99B3-7478-950A-F26186CCFA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4576" y="-62498"/>
            <a:ext cx="4155247" cy="83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7A3F6BA-918F-4C2A-216A-234F9B28191B}"/>
              </a:ext>
            </a:extLst>
          </p:cNvPr>
          <p:cNvSpPr txBox="1"/>
          <p:nvPr/>
        </p:nvSpPr>
        <p:spPr>
          <a:xfrm>
            <a:off x="724620" y="2040985"/>
            <a:ext cx="107427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000" b="1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Eras Demi ITC" panose="020B0805030504020804" pitchFamily="34" charset="0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Thank you for listening!</a:t>
            </a:r>
            <a:endParaRPr kumimoji="0" lang="zh-CN" altLang="en-US" sz="6000" b="1" u="none" strike="noStrike" kern="1200" cap="none" spc="0" normalizeH="0" baseline="0" noProof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uLnTx/>
              <a:uFillTx/>
              <a:latin typeface="Eras Demi ITC" panose="020B0805030504020804" pitchFamily="34" charset="0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09F2D71-5ECA-AF9F-5A53-FC13CF1EA2C1}"/>
              </a:ext>
            </a:extLst>
          </p:cNvPr>
          <p:cNvSpPr txBox="1"/>
          <p:nvPr/>
        </p:nvSpPr>
        <p:spPr>
          <a:xfrm>
            <a:off x="1994039" y="4568141"/>
            <a:ext cx="85612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LnTx/>
                <a:uFillTx/>
                <a:latin typeface="Eras Demi ITC" panose="020B0805030504020804" pitchFamily="34" charset="0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Team Members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Eras Demi ITC" panose="020B0805030504020804" pitchFamily="34" charset="0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: </a:t>
            </a:r>
            <a:r>
              <a:rPr lang="en-US" altLang="zh-CN" b="1" dirty="0">
                <a:solidFill>
                  <a:prstClr val="white"/>
                </a:solidFill>
                <a:latin typeface="Eras Demi ITC" panose="020B0805030504020804" pitchFamily="34" charset="0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Jincheng Tian, </a:t>
            </a:r>
            <a:r>
              <a:rPr lang="en-US" altLang="zh-CN" b="1" dirty="0" err="1">
                <a:solidFill>
                  <a:prstClr val="white"/>
                </a:solidFill>
                <a:latin typeface="Eras Demi ITC" panose="020B0805030504020804" pitchFamily="34" charset="0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GuangTian</a:t>
            </a:r>
            <a:r>
              <a:rPr lang="en-US" altLang="zh-CN" b="1" dirty="0">
                <a:solidFill>
                  <a:prstClr val="white"/>
                </a:solidFill>
                <a:latin typeface="Eras Demi ITC" panose="020B0805030504020804" pitchFamily="34" charset="0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Liu, </a:t>
            </a:r>
            <a:r>
              <a:rPr lang="en-US" altLang="zh-CN" b="1" dirty="0" err="1">
                <a:solidFill>
                  <a:prstClr val="white"/>
                </a:solidFill>
                <a:latin typeface="Eras Demi ITC" panose="020B0805030504020804" pitchFamily="34" charset="0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ZhongHao</a:t>
            </a:r>
            <a:r>
              <a:rPr lang="en-US" altLang="zh-CN" b="1" dirty="0">
                <a:solidFill>
                  <a:prstClr val="white"/>
                </a:solidFill>
                <a:latin typeface="Eras Demi ITC" panose="020B0805030504020804" pitchFamily="34" charset="0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 Zhao</a:t>
            </a:r>
            <a:endParaRPr lang="en-US" altLang="zh-CN" sz="1800" dirty="0">
              <a:solidFill>
                <a:prstClr val="white"/>
              </a:solidFill>
              <a:latin typeface="Eras Demi ITC" panose="020B0805030504020804" pitchFamily="34" charset="0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176DCC-5627-35A7-3A1D-FC93F90B3BBA}"/>
              </a:ext>
            </a:extLst>
          </p:cNvPr>
          <p:cNvSpPr txBox="1"/>
          <p:nvPr/>
        </p:nvSpPr>
        <p:spPr>
          <a:xfrm>
            <a:off x="2838334" y="6328433"/>
            <a:ext cx="6111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2026/3/11</a:t>
            </a:r>
            <a:endParaRPr kumimoji="0" lang="zh-CN" altLang="en-US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阿里巴巴普惠体 2.0 55 Regular" panose="00020600040101010101" pitchFamily="18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86</Words>
  <Application>Microsoft Office PowerPoint</Application>
  <PresentationFormat>宽屏</PresentationFormat>
  <Paragraphs>13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阿里巴巴普惠体 2.0 75 SemiBold</vt:lpstr>
      <vt:lpstr>等线</vt:lpstr>
      <vt:lpstr>等线 Light</vt:lpstr>
      <vt:lpstr>Arial</vt:lpstr>
      <vt:lpstr>Eras Demi ITC</vt:lpstr>
      <vt:lpstr>Times New Roman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金成 田</dc:creator>
  <cp:lastModifiedBy>广天 刘</cp:lastModifiedBy>
  <cp:revision>50</cp:revision>
  <dcterms:created xsi:type="dcterms:W3CDTF">2026-03-08T01:19:17Z</dcterms:created>
  <dcterms:modified xsi:type="dcterms:W3CDTF">2026-03-12T16:05:13Z</dcterms:modified>
</cp:coreProperties>
</file>